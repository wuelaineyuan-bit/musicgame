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0" r:id="rId3"/>
    <p:sldId id="258" r:id="rId4"/>
    <p:sldId id="261" r:id="rId5"/>
    <p:sldId id="262" r:id="rId6"/>
    <p:sldId id="263" r:id="rId7"/>
    <p:sldId id="264" r:id="rId8"/>
    <p:sldId id="259" r:id="rId9"/>
    <p:sldId id="265" r:id="rId10"/>
    <p:sldId id="257" r:id="rId11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A4F3BF-2BA1-499F-9B57-A7D1C7C05FC7}" v="3" dt="2026-06-20T09:15:56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2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0T02:55:04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0T04:10:09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1259-1A30-4900-87F4-E21D753D2B99}" type="datetimeFigureOut">
              <a:rPr lang="en-DE" smtClean="0"/>
              <a:t>21/06/2026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89073-3B4D-42A2-973F-0EFAE760F9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3194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1259-1A30-4900-87F4-E21D753D2B99}" type="datetimeFigureOut">
              <a:rPr lang="en-DE" smtClean="0"/>
              <a:t>21/06/2026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89073-3B4D-42A2-973F-0EFAE760F9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4870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1259-1A30-4900-87F4-E21D753D2B99}" type="datetimeFigureOut">
              <a:rPr lang="en-DE" smtClean="0"/>
              <a:t>21/06/2026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89073-3B4D-42A2-973F-0EFAE760F9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9656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1259-1A30-4900-87F4-E21D753D2B99}" type="datetimeFigureOut">
              <a:rPr lang="en-DE" smtClean="0"/>
              <a:t>21/06/2026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89073-3B4D-42A2-973F-0EFAE760F9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24966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1259-1A30-4900-87F4-E21D753D2B99}" type="datetimeFigureOut">
              <a:rPr lang="en-DE" smtClean="0"/>
              <a:t>21/06/2026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89073-3B4D-42A2-973F-0EFAE760F9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0991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1259-1A30-4900-87F4-E21D753D2B99}" type="datetimeFigureOut">
              <a:rPr lang="en-DE" smtClean="0"/>
              <a:t>21/06/2026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89073-3B4D-42A2-973F-0EFAE760F9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7861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1259-1A30-4900-87F4-E21D753D2B99}" type="datetimeFigureOut">
              <a:rPr lang="en-DE" smtClean="0"/>
              <a:t>21/06/2026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89073-3B4D-42A2-973F-0EFAE760F9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35737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1259-1A30-4900-87F4-E21D753D2B99}" type="datetimeFigureOut">
              <a:rPr lang="en-DE" smtClean="0"/>
              <a:t>21/06/2026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89073-3B4D-42A2-973F-0EFAE760F9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2999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1259-1A30-4900-87F4-E21D753D2B99}" type="datetimeFigureOut">
              <a:rPr lang="en-DE" smtClean="0"/>
              <a:t>21/06/2026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89073-3B4D-42A2-973F-0EFAE760F9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7010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1259-1A30-4900-87F4-E21D753D2B99}" type="datetimeFigureOut">
              <a:rPr lang="en-DE" smtClean="0"/>
              <a:t>21/06/2026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89073-3B4D-42A2-973F-0EFAE760F9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9985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1259-1A30-4900-87F4-E21D753D2B99}" type="datetimeFigureOut">
              <a:rPr lang="en-DE" smtClean="0"/>
              <a:t>21/06/2026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89073-3B4D-42A2-973F-0EFAE760F9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8290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4F1259-1A30-4900-87F4-E21D753D2B99}" type="datetimeFigureOut">
              <a:rPr lang="en-DE" smtClean="0"/>
              <a:t>21/06/2026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89073-3B4D-42A2-973F-0EFAE760F9F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4779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afruit.com/product/1466" TargetMode="External"/><Relationship Id="rId2" Type="http://schemas.openxmlformats.org/officeDocument/2006/relationships/hyperlink" Target="https://www.adafruit.com/product/2279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dafruit.com/product/3211" TargetMode="External"/><Relationship Id="rId4" Type="http://schemas.openxmlformats.org/officeDocument/2006/relationships/hyperlink" Target="https://www.adafruit.com/product/368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dafruit.com/categories/176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14B1C-5E92-81FA-5B64-47525A6578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RHYTHMGAME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D4C5D-205B-5DDC-4F78-7F49B58857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03035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0166F-AA3E-0E1A-A996-7CADDB3C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APPROACH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00578-782A-055F-3D25-1591C41E7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err="1"/>
              <a:t>Get</a:t>
            </a:r>
            <a:r>
              <a:rPr lang="de-DE"/>
              <a:t> </a:t>
            </a:r>
            <a:r>
              <a:rPr lang="de-DE" err="1"/>
              <a:t>principle</a:t>
            </a:r>
            <a:endParaRPr lang="de-DE"/>
          </a:p>
          <a:p>
            <a:r>
              <a:rPr lang="de-DE"/>
              <a:t>Find </a:t>
            </a:r>
            <a:r>
              <a:rPr lang="de-DE" err="1"/>
              <a:t>physical</a:t>
            </a:r>
            <a:r>
              <a:rPr lang="de-DE"/>
              <a:t> </a:t>
            </a:r>
            <a:r>
              <a:rPr lang="de-DE" err="1"/>
              <a:t>components</a:t>
            </a:r>
            <a:endParaRPr lang="de-DE"/>
          </a:p>
          <a:p>
            <a:r>
              <a:rPr lang="de-DE" err="1"/>
              <a:t>Make</a:t>
            </a:r>
            <a:r>
              <a:rPr lang="de-DE"/>
              <a:t> </a:t>
            </a:r>
            <a:r>
              <a:rPr lang="de-DE" err="1"/>
              <a:t>circuit</a:t>
            </a:r>
            <a:endParaRPr lang="de-DE"/>
          </a:p>
          <a:p>
            <a:r>
              <a:rPr lang="de-DE"/>
              <a:t>Write code</a:t>
            </a:r>
          </a:p>
          <a:p>
            <a:r>
              <a:rPr lang="de-DE" err="1"/>
              <a:t>Assign</a:t>
            </a:r>
            <a:r>
              <a:rPr lang="de-DE"/>
              <a:t> code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hardware</a:t>
            </a:r>
            <a:endParaRPr lang="de-DE"/>
          </a:p>
          <a:p>
            <a:r>
              <a:rPr lang="de-DE" err="1"/>
              <a:t>Make</a:t>
            </a:r>
            <a:r>
              <a:rPr lang="de-DE"/>
              <a:t> 3d </a:t>
            </a:r>
            <a:r>
              <a:rPr lang="de-DE" err="1"/>
              <a:t>model</a:t>
            </a:r>
            <a:endParaRPr lang="de-DE"/>
          </a:p>
          <a:p>
            <a:endParaRPr lang="de-DE"/>
          </a:p>
          <a:p>
            <a:r>
              <a:rPr lang="de-DE"/>
              <a:t>(</a:t>
            </a:r>
            <a:r>
              <a:rPr lang="de-DE" err="1"/>
              <a:t>Build</a:t>
            </a:r>
            <a:r>
              <a:rPr lang="de-DE"/>
              <a:t> </a:t>
            </a:r>
            <a:r>
              <a:rPr lang="de-DE" err="1"/>
              <a:t>irl</a:t>
            </a:r>
            <a:r>
              <a:rPr lang="de-DE"/>
              <a:t>)</a:t>
            </a:r>
          </a:p>
          <a:p>
            <a:endParaRPr lang="de-DE"/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8736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5B8C-C292-7F57-FB9B-9053D4DA0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COMPONENTS OF A RHYTHM GAME Software-ddd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B9DF6-EAE8-BA64-8214-8EC88699D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711" y="3155954"/>
            <a:ext cx="8281035" cy="9119640"/>
          </a:xfrm>
        </p:spPr>
        <p:txBody>
          <a:bodyPr>
            <a:normAutofit lnSpcReduction="10000"/>
          </a:bodyPr>
          <a:lstStyle/>
          <a:p>
            <a:r>
              <a:rPr lang="de-DE"/>
              <a:t>(Adjusting Margin: -+80ms)</a:t>
            </a:r>
          </a:p>
          <a:p>
            <a:r>
              <a:rPr lang="de-DE"/>
              <a:t>Player Input: </a:t>
            </a:r>
            <a:r>
              <a:rPr lang="de-DE" err="1"/>
              <a:t>buttonpressed</a:t>
            </a:r>
            <a:r>
              <a:rPr lang="de-DE"/>
              <a:t> 4 </a:t>
            </a:r>
            <a:r>
              <a:rPr lang="de-DE" err="1"/>
              <a:t>buttons</a:t>
            </a:r>
            <a:r>
              <a:rPr lang="de-DE"/>
              <a:t> </a:t>
            </a:r>
          </a:p>
          <a:p>
            <a:r>
              <a:rPr lang="de-DE" b="1"/>
              <a:t>ONLY ONCE PER MARGIN: IS HIT?</a:t>
            </a:r>
          </a:p>
          <a:p>
            <a:r>
              <a:rPr lang="de-DE"/>
              <a:t>0:none</a:t>
            </a:r>
          </a:p>
          <a:p>
            <a:r>
              <a:rPr lang="de-DE"/>
              <a:t>1: 1 button- 1 time </a:t>
            </a:r>
            <a:r>
              <a:rPr lang="de-DE" err="1"/>
              <a:t>randomly</a:t>
            </a:r>
            <a:r>
              <a:rPr lang="de-DE"/>
              <a:t> </a:t>
            </a:r>
            <a:r>
              <a:rPr lang="de-DE" err="1"/>
              <a:t>select</a:t>
            </a:r>
            <a:endParaRPr lang="de-DE"/>
          </a:p>
          <a:p>
            <a:r>
              <a:rPr lang="de-DE"/>
              <a:t>… 4: 4 </a:t>
            </a:r>
            <a:r>
              <a:rPr lang="de-DE" err="1"/>
              <a:t>buttons</a:t>
            </a:r>
            <a:r>
              <a:rPr lang="de-DE"/>
              <a:t>- 4 time </a:t>
            </a:r>
            <a:r>
              <a:rPr lang="de-DE" err="1"/>
              <a:t>randomly</a:t>
            </a:r>
            <a:r>
              <a:rPr lang="de-DE"/>
              <a:t> </a:t>
            </a:r>
            <a:r>
              <a:rPr lang="de-DE" err="1"/>
              <a:t>select</a:t>
            </a:r>
            <a:endParaRPr lang="de-DE"/>
          </a:p>
          <a:p>
            <a:r>
              <a:rPr lang="de-DE"/>
              <a:t>Music Player: plays tracks, switches tracks, dynamics of music, layers music/sfx</a:t>
            </a:r>
          </a:p>
          <a:p>
            <a:pPr lvl="1"/>
            <a:r>
              <a:rPr lang="de-DE"/>
              <a:t>Indicates timeposition!==bpm</a:t>
            </a:r>
          </a:p>
          <a:p>
            <a:pPr lvl="1"/>
            <a:r>
              <a:rPr lang="de-DE"/>
              <a:t>Wwise, fmod</a:t>
            </a:r>
          </a:p>
          <a:p>
            <a:r>
              <a:rPr lang="de-DE"/>
              <a:t>Metronome: Input bpbeat %4, bar%16, part depends STEADYCLOCK</a:t>
            </a:r>
          </a:p>
          <a:p>
            <a:pPr lvl="1"/>
            <a:r>
              <a:rPr lang="de-DE"/>
              <a:t>Where are we?</a:t>
            </a:r>
          </a:p>
          <a:p>
            <a:pPr lvl="1"/>
            <a:r>
              <a:rPr lang="de-DE"/>
              <a:t>m, make beatDurationSec=60/bpm (1/8 note), beatDurationMs= 60/bpm *1000, lastBeat equals 0</a:t>
            </a:r>
          </a:p>
          <a:p>
            <a:pPr lvl="1"/>
            <a:r>
              <a:rPr lang="de-DE"/>
              <a:t>Import timepostion from the Music Player and compare it to beatDurationMs: if timepostion&gt;=beatDurationMs</a:t>
            </a:r>
          </a:p>
          <a:p>
            <a:pPr lvl="2"/>
            <a:r>
              <a:rPr lang="de-DE"/>
              <a:t>lastBeat++</a:t>
            </a:r>
          </a:p>
          <a:p>
            <a:pPr lvl="2"/>
            <a:r>
              <a:rPr lang="de-DE"/>
              <a:t>Emit(„beat“, lastBeat)</a:t>
            </a:r>
          </a:p>
          <a:p>
            <a:pPr lvl="2"/>
            <a:r>
              <a:rPr lang="de-DE"/>
              <a:t>Timeposition +=beatDurationMs</a:t>
            </a:r>
          </a:p>
          <a:p>
            <a:pPr lvl="1"/>
            <a:r>
              <a:rPr lang="de-DE"/>
              <a:t>Error Margin (door)</a:t>
            </a:r>
          </a:p>
          <a:p>
            <a:pPr lvl="2"/>
            <a:r>
              <a:rPr lang="de-DE"/>
              <a:t>activeBeat start/end = beatDurationMs +- margin</a:t>
            </a:r>
          </a:p>
          <a:p>
            <a:pPr marL="960120" lvl="2" indent="0"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0681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6708-54B2-6CEA-D2B5-E0E00201C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EEFB0-620F-32E5-AC8A-79ED4A504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COMPONENTS OF A RHYTHM GAME Software-ddd 2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BEE56-50B3-7A95-D3BC-0697E1490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191" y="3155954"/>
            <a:ext cx="8281035" cy="9119640"/>
          </a:xfrm>
        </p:spPr>
        <p:txBody>
          <a:bodyPr>
            <a:normAutofit fontScale="92500"/>
          </a:bodyPr>
          <a:lstStyle/>
          <a:p>
            <a:r>
              <a:rPr lang="de-DE"/>
              <a:t>Composer</a:t>
            </a:r>
          </a:p>
          <a:p>
            <a:pPr lvl="1"/>
            <a:r>
              <a:rPr lang="de-DE"/>
              <a:t>Writes chart based off of MIDI/bpm and set/randomized</a:t>
            </a:r>
          </a:p>
          <a:p>
            <a:pPr lvl="1"/>
            <a:r>
              <a:rPr lang="de-DE"/>
              <a:t> Next required input: button+beat ex: A3 </a:t>
            </a:r>
            <a:r>
              <a:rPr lang="de-DE" err="1"/>
              <a:t>or</a:t>
            </a:r>
            <a:r>
              <a:rPr lang="de-DE"/>
              <a:t> K4</a:t>
            </a:r>
          </a:p>
          <a:p>
            <a:pPr lvl="1"/>
            <a:r>
              <a:rPr lang="de-DE"/>
              <a:t>Beatx4 </a:t>
            </a:r>
            <a:r>
              <a:rPr lang="de-DE" err="1"/>
              <a:t>randomized</a:t>
            </a:r>
            <a:r>
              <a:rPr lang="de-DE"/>
              <a:t> 0(</a:t>
            </a:r>
            <a:r>
              <a:rPr lang="de-DE" err="1"/>
              <a:t>none</a:t>
            </a:r>
            <a:r>
              <a:rPr lang="de-DE"/>
              <a:t>),1(L),2(R),3(</a:t>
            </a:r>
            <a:r>
              <a:rPr lang="de-DE" err="1"/>
              <a:t>both</a:t>
            </a:r>
            <a:r>
              <a:rPr lang="de-DE"/>
              <a:t>)</a:t>
            </a:r>
          </a:p>
          <a:p>
            <a:pPr lvl="1"/>
            <a:r>
              <a:rPr lang="de-DE" err="1"/>
              <a:t>array</a:t>
            </a:r>
            <a:endParaRPr lang="de-DE"/>
          </a:p>
          <a:p>
            <a:r>
              <a:rPr lang="de-DE"/>
              <a:t>Judge HIGHRESCLOCK</a:t>
            </a:r>
          </a:p>
          <a:p>
            <a:pPr lvl="1"/>
            <a:r>
              <a:rPr lang="de-DE"/>
              <a:t>Composer: required input?</a:t>
            </a:r>
          </a:p>
          <a:p>
            <a:pPr lvl="1"/>
            <a:r>
              <a:rPr lang="de-DE"/>
              <a:t>Player Input: Button right?</a:t>
            </a:r>
          </a:p>
          <a:p>
            <a:pPr lvl="1"/>
            <a:r>
              <a:rPr lang="de-DE"/>
              <a:t>Metronome: Error Margin open? Beat correct?</a:t>
            </a:r>
          </a:p>
          <a:p>
            <a:pPr lvl="1"/>
            <a:r>
              <a:rPr lang="de-DE"/>
              <a:t>Output: yes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no</a:t>
            </a:r>
            <a:endParaRPr lang="de-DE"/>
          </a:p>
          <a:p>
            <a:pPr lvl="1"/>
            <a:r>
              <a:rPr lang="de-DE"/>
              <a:t>Perfect 20 3, </a:t>
            </a:r>
            <a:r>
              <a:rPr lang="de-DE" err="1"/>
              <a:t>great</a:t>
            </a:r>
            <a:r>
              <a:rPr lang="de-DE"/>
              <a:t> 30 2, </a:t>
            </a:r>
            <a:r>
              <a:rPr lang="de-DE" err="1"/>
              <a:t>good</a:t>
            </a:r>
            <a:r>
              <a:rPr lang="de-DE"/>
              <a:t> 50 1, miss 100ms 0</a:t>
            </a:r>
          </a:p>
          <a:p>
            <a:pPr lvl="1"/>
            <a:r>
              <a:rPr lang="de-DE" err="1"/>
              <a:t>Using</a:t>
            </a:r>
            <a:r>
              <a:rPr lang="de-DE"/>
              <a:t> 3 </a:t>
            </a:r>
            <a:r>
              <a:rPr lang="de-DE" err="1"/>
              <a:t>vectors</a:t>
            </a:r>
            <a:r>
              <a:rPr lang="de-DE"/>
              <a:t> NOT </a:t>
            </a:r>
            <a:r>
              <a:rPr lang="de-DE" err="1"/>
              <a:t>lists</a:t>
            </a:r>
            <a:r>
              <a:rPr lang="de-DE"/>
              <a:t>: </a:t>
            </a:r>
            <a:r>
              <a:rPr lang="de-DE" err="1"/>
              <a:t>each´beatposition</a:t>
            </a:r>
            <a:r>
              <a:rPr lang="de-DE"/>
              <a:t> 3 (4)</a:t>
            </a:r>
            <a:r>
              <a:rPr lang="de-DE" err="1"/>
              <a:t>values</a:t>
            </a:r>
            <a:r>
              <a:rPr lang="de-DE"/>
              <a:t>:</a:t>
            </a:r>
          </a:p>
          <a:p>
            <a:pPr lvl="1"/>
            <a:r>
              <a:rPr lang="de-DE"/>
              <a:t>(Beatposition), </a:t>
            </a:r>
            <a:r>
              <a:rPr lang="de-DE" err="1"/>
              <a:t>required</a:t>
            </a:r>
            <a:r>
              <a:rPr lang="de-DE"/>
              <a:t> </a:t>
            </a:r>
            <a:r>
              <a:rPr lang="de-DE" err="1"/>
              <a:t>keys</a:t>
            </a:r>
            <a:r>
              <a:rPr lang="de-DE"/>
              <a:t>, </a:t>
            </a:r>
            <a:r>
              <a:rPr lang="de-DE" err="1"/>
              <a:t>pressed</a:t>
            </a:r>
            <a:r>
              <a:rPr lang="de-DE"/>
              <a:t> </a:t>
            </a:r>
            <a:r>
              <a:rPr lang="de-DE" err="1"/>
              <a:t>keys</a:t>
            </a:r>
            <a:r>
              <a:rPr lang="de-DE"/>
              <a:t>, </a:t>
            </a:r>
            <a:r>
              <a:rPr lang="de-DE" err="1"/>
              <a:t>accuracy</a:t>
            </a:r>
            <a:endParaRPr lang="de-DE"/>
          </a:p>
          <a:p>
            <a:r>
              <a:rPr lang="de-DE"/>
              <a:t>Referee (Manager) Start: Musicplayerstart, givebpmtometronome, givelvldatacomposer, EVERYONEGAMESTART</a:t>
            </a:r>
          </a:p>
          <a:p>
            <a:pPr lvl="1"/>
            <a:r>
              <a:rPr lang="de-DE"/>
              <a:t>score</a:t>
            </a:r>
          </a:p>
          <a:p>
            <a:pPr lvl="1"/>
            <a:r>
              <a:rPr lang="de-DE"/>
              <a:t>DisplayGame: Score according to judge</a:t>
            </a:r>
          </a:p>
          <a:p>
            <a:pPr lvl="1"/>
            <a:r>
              <a:rPr lang="de-DE"/>
              <a:t>End: Music Player-MusicEnd,EVERYONEGAMESTOP,give final </a:t>
            </a:r>
          </a:p>
          <a:p>
            <a:pPr lvl="1"/>
            <a:r>
              <a:rPr lang="de-DE"/>
              <a:t>Read chart of everyone – give visual feedback</a:t>
            </a:r>
          </a:p>
          <a:p>
            <a:pPr marL="480060" lvl="1" indent="0">
              <a:buNone/>
            </a:pPr>
            <a:endParaRPr lang="de-DE"/>
          </a:p>
          <a:p>
            <a:pPr marL="480060" lvl="1" indent="0">
              <a:buNone/>
            </a:pPr>
            <a:r>
              <a:rPr lang="de-DE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930435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AD408-C3E1-F1E3-EA99-835E02AB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DISPLAY HW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B5389-F950-BBCF-CA06-B092005F4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LED Matrix</a:t>
            </a:r>
          </a:p>
          <a:p>
            <a:pPr lvl="1"/>
            <a:r>
              <a:rPr lang="en-GB"/>
              <a:t>64x32 RGB LED Matrix - 3mm pitch: </a:t>
            </a:r>
            <a:r>
              <a:rPr lang="de-DE">
                <a:hlinkClick r:id="rId2"/>
              </a:rPr>
              <a:t>https://www.adafruit.com/product/2279</a:t>
            </a:r>
            <a:endParaRPr lang="de-DE"/>
          </a:p>
          <a:p>
            <a:pPr lvl="4"/>
            <a:r>
              <a:rPr lang="en-GB"/>
              <a:t>Dimensions: 191mm x 96mm x 15mm / 7.5” x 3.8” x 0.6”</a:t>
            </a:r>
          </a:p>
          <a:p>
            <a:pPr lvl="4"/>
            <a:r>
              <a:rPr lang="en-GB"/>
              <a:t>Panel weight with IDC cables and power cables: 189g</a:t>
            </a:r>
          </a:p>
          <a:p>
            <a:pPr lvl="4"/>
            <a:r>
              <a:rPr lang="en-GB"/>
              <a:t>Compatible with M3 mounting screws</a:t>
            </a:r>
          </a:p>
          <a:p>
            <a:pPr lvl="4"/>
            <a:r>
              <a:rPr lang="en-GB"/>
              <a:t>5V regulated power input @ ~4A (with all LEDs on)</a:t>
            </a:r>
          </a:p>
          <a:p>
            <a:pPr lvl="4"/>
            <a:r>
              <a:rPr lang="en-GB"/>
              <a:t>2000 mcd LEDs on 3mm pitch</a:t>
            </a:r>
          </a:p>
          <a:p>
            <a:pPr lvl="4"/>
            <a:r>
              <a:rPr lang="en-GB"/>
              <a:t>1/16 scan rate</a:t>
            </a:r>
          </a:p>
          <a:p>
            <a:pPr lvl="4"/>
            <a:r>
              <a:rPr lang="en-GB"/>
              <a:t>Indoor display, wide visibility</a:t>
            </a:r>
          </a:p>
          <a:p>
            <a:pPr lvl="4"/>
            <a:r>
              <a:rPr lang="en-GB"/>
              <a:t>Displays are 'chainable</a:t>
            </a:r>
          </a:p>
          <a:p>
            <a:pPr lvl="1"/>
            <a:r>
              <a:rPr lang="en-DE"/>
              <a:t>Adafruit RGB Matrix Bonnet for Raspberry Pi</a:t>
            </a:r>
            <a:r>
              <a:rPr lang="de-DE"/>
              <a:t>: </a:t>
            </a:r>
            <a:r>
              <a:rPr lang="en-GB"/>
              <a:t>https://www.adafruit.com/product/3211</a:t>
            </a:r>
          </a:p>
          <a:p>
            <a:pPr lvl="1"/>
            <a:r>
              <a:rPr lang="de-DE"/>
              <a:t>Power </a:t>
            </a:r>
          </a:p>
          <a:p>
            <a:pPr lvl="2"/>
            <a:r>
              <a:rPr lang="en-GB"/>
              <a:t>5V 4A (4000mA) switching power supply - UL Listed: </a:t>
            </a:r>
            <a:r>
              <a:rPr lang="de-DE">
                <a:hlinkClick r:id="rId3"/>
              </a:rPr>
              <a:t>https://www.adafruit.com/product/1466</a:t>
            </a:r>
            <a:endParaRPr lang="de-DE"/>
          </a:p>
          <a:p>
            <a:pPr lvl="2"/>
            <a:r>
              <a:rPr lang="en-GB"/>
              <a:t>Female DC Power adapter - 2.1mm jack to screw terminal block: </a:t>
            </a:r>
            <a:r>
              <a:rPr lang="en-GB">
                <a:hlinkClick r:id="rId4"/>
              </a:rPr>
              <a:t>https://www.adafruit.com/product/368</a:t>
            </a:r>
            <a:endParaRPr lang="en-GB"/>
          </a:p>
          <a:p>
            <a:pPr lvl="1"/>
            <a:r>
              <a:rPr lang="en-GB"/>
              <a:t>Connection</a:t>
            </a:r>
          </a:p>
          <a:p>
            <a:pPr lvl="2"/>
            <a:r>
              <a:rPr lang="de-DE"/>
              <a:t>Adafruit RGB Matrix Bonnet for Raspberry Pi: </a:t>
            </a:r>
            <a:r>
              <a:rPr lang="de-DE">
                <a:hlinkClick r:id="rId5"/>
              </a:rPr>
              <a:t>https://www.adafruit.com/product/3211</a:t>
            </a:r>
            <a:endParaRPr lang="de-DE"/>
          </a:p>
          <a:p>
            <a:pPr lvl="2"/>
            <a:r>
              <a:rPr lang="en-GB"/>
              <a:t> to calculate the power, multiply the width of all the chained matrices * 0.12 Amps : A 32 pixel wide matrix can end up drawing 32*0.12 = 3.85A</a:t>
            </a:r>
          </a:p>
          <a:p>
            <a:pPr lvl="2"/>
            <a:endParaRPr lang="de-DE"/>
          </a:p>
          <a:p>
            <a:pPr lvl="2"/>
            <a:endParaRPr lang="en-GB"/>
          </a:p>
          <a:p>
            <a:pPr marL="960120" lvl="2" indent="0">
              <a:buNone/>
            </a:pPr>
            <a:br>
              <a:rPr lang="en-GB"/>
            </a:b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8435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C4D2-BBF6-DDED-A0DE-7BC2DB5B1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PROCESSOR HW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1A144-3732-4FF5-C6E0-8B0C3859B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Raspberry Pi:Model A, B, 2345 </a:t>
            </a:r>
            <a:r>
              <a:rPr lang="de-DE">
                <a:hlinkClick r:id="rId2"/>
              </a:rPr>
              <a:t>https://www.adafruit.com/categories/176</a:t>
            </a:r>
            <a:endParaRPr lang="de-DE"/>
          </a:p>
          <a:p>
            <a:pPr lvl="1"/>
            <a:r>
              <a:rPr lang="de-DE"/>
              <a:t>Depending on Code GB</a:t>
            </a:r>
          </a:p>
          <a:p>
            <a:pPr lvl="1"/>
            <a:r>
              <a:rPr lang="de-DE"/>
              <a:t>C++ setup: https://www.raspberrypi.com/documentation/microcontrollers/c_sdk.html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88638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0885-46E8-6179-83BC-C7417A85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Raspberry Pi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13612-6A8F-460E-D802-03D383731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078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D89A3-6BCE-972B-93DC-9D94CE4D4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Error </a:t>
            </a:r>
            <a:r>
              <a:rPr lang="de-DE" err="1"/>
              <a:t>margin</a:t>
            </a:r>
            <a:endParaRPr lang="en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8D84291-128D-6F66-3419-A0BED2F0D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602" y="2697486"/>
            <a:ext cx="7158038" cy="458739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0FFC7E4-BE33-1A00-20B2-FF9986BD9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7444899"/>
            <a:ext cx="8702040" cy="371179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2983C57-9839-CDC8-D644-480330265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" y="9421962"/>
            <a:ext cx="2172003" cy="240063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85908C4-E54D-3541-3F04-06359BBCC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260" y="313643"/>
            <a:ext cx="3470447" cy="20139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E89296A4-5CBF-8F81-8B35-135562B4A0B8}"/>
                  </a:ext>
                </a:extLst>
              </p14:cNvPr>
              <p14:cNvContentPartPr/>
              <p14:nvPr/>
            </p14:nvContentPartPr>
            <p14:xfrm>
              <a:off x="5105250" y="1984140"/>
              <a:ext cx="360" cy="360"/>
            </p14:xfrm>
          </p:contentPart>
        </mc:Choice>
        <mc:Fallback xmlns=""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E89296A4-5CBF-8F81-8B35-135562B4A0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99130" y="19780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BABFDD55-1E9E-D504-B745-0EA5D46DE85F}"/>
                  </a:ext>
                </a:extLst>
              </p14:cNvPr>
              <p14:cNvContentPartPr/>
              <p14:nvPr/>
            </p14:nvContentPartPr>
            <p14:xfrm>
              <a:off x="5848290" y="3336660"/>
              <a:ext cx="360" cy="360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BABFDD55-1E9E-D504-B745-0EA5D46DE85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42170" y="333054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1393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0D8DB-681A-F994-F2BD-417DA9D70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2F3C356-A27A-840C-EFA4-2EEC62ACF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-4024946"/>
            <a:ext cx="9601200" cy="827849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F52AE11-974C-2826-6734-6D3E498C3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4" y="4253545"/>
            <a:ext cx="3980698" cy="175355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13A7DC6-178B-F8F8-33D2-0E06AFABB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766" y="4680527"/>
            <a:ext cx="3980698" cy="172027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697E64B7-3A37-ECA5-5073-AF161FE70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36" y="6267744"/>
            <a:ext cx="4171257" cy="318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63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035E1-A59C-1F32-9951-09DD02BB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First ideas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938AA-76A3-0A84-56A1-A1D11203A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Rhythm game: (Multiplayer) EXERCISE TOGETHER WHILE HAVING FUN!</a:t>
            </a:r>
            <a:endParaRPr lang="en-DE"/>
          </a:p>
          <a:p>
            <a:r>
              <a:rPr lang="en-US"/>
              <a:t> </a:t>
            </a:r>
            <a:endParaRPr lang="en-DE"/>
          </a:p>
          <a:p>
            <a:r>
              <a:rPr lang="en-US"/>
              <a:t>FNF type game on device with STOMPERS L and R</a:t>
            </a:r>
            <a:endParaRPr lang="en-DE"/>
          </a:p>
          <a:p>
            <a:r>
              <a:rPr lang="en-US"/>
              <a:t>Arcade gamed Model</a:t>
            </a:r>
            <a:endParaRPr lang="en-DE"/>
          </a:p>
          <a:p>
            <a:r>
              <a:rPr lang="en-US"/>
              <a:t> </a:t>
            </a:r>
            <a:endParaRPr lang="en-DE"/>
          </a:p>
          <a:p>
            <a:r>
              <a:rPr lang="en-US"/>
              <a:t>FNF game:</a:t>
            </a:r>
            <a:endParaRPr lang="en-DE"/>
          </a:p>
          <a:p>
            <a:r>
              <a:rPr lang="en-US"/>
              <a:t>Input a BPM &amp; Difficulty</a:t>
            </a:r>
            <a:endParaRPr lang="en-DE"/>
          </a:p>
          <a:p>
            <a:r>
              <a:rPr lang="en-US"/>
              <a:t>LED matrix</a:t>
            </a:r>
            <a:endParaRPr lang="en-DE"/>
          </a:p>
          <a:p>
            <a:r>
              <a:rPr lang="en-US"/>
              <a:t> </a:t>
            </a:r>
            <a:endParaRPr lang="en-DE"/>
          </a:p>
          <a:p>
            <a:r>
              <a:rPr lang="en-US"/>
              <a:t>Microcontroller</a:t>
            </a:r>
            <a:endParaRPr lang="en-DE"/>
          </a:p>
          <a:p>
            <a:r>
              <a:rPr lang="en-US"/>
              <a:t> </a:t>
            </a:r>
            <a:endParaRPr lang="en-DE"/>
          </a:p>
          <a:p>
            <a:r>
              <a:rPr lang="en-US"/>
              <a:t>Gives SCORE</a:t>
            </a:r>
            <a:endParaRPr lang="en-DE"/>
          </a:p>
          <a:p>
            <a:r>
              <a:rPr lang="en-US"/>
              <a:t>Display https://www.adafruit.com/product/4311</a:t>
            </a:r>
            <a:endParaRPr lang="en-DE"/>
          </a:p>
          <a:p>
            <a:r>
              <a:rPr lang="en-US"/>
              <a:t> </a:t>
            </a:r>
            <a:endParaRPr lang="en-DE"/>
          </a:p>
          <a:p>
            <a:r>
              <a:rPr lang="en-US"/>
              <a:t>Animal slippers you have to sit down</a:t>
            </a:r>
            <a:endParaRPr lang="en-DE"/>
          </a:p>
          <a:p>
            <a:r>
              <a:rPr lang="en-US"/>
              <a:t>Senses the FNF</a:t>
            </a:r>
            <a:endParaRPr lang="en-DE"/>
          </a:p>
          <a:p>
            <a:r>
              <a:rPr lang="en-US"/>
              <a:t>sensors</a:t>
            </a:r>
            <a:endParaRPr lang="en-DE"/>
          </a:p>
          <a:p>
            <a:r>
              <a:rPr lang="en-US"/>
              <a:t> </a:t>
            </a:r>
            <a:endParaRPr lang="en-DE"/>
          </a:p>
          <a:p>
            <a:r>
              <a:rPr lang="en-US"/>
              <a:t> </a:t>
            </a:r>
            <a:endParaRPr lang="en-DE"/>
          </a:p>
          <a:p>
            <a:r>
              <a:rPr lang="en-US"/>
              <a:t>Stompers: light up lol</a:t>
            </a:r>
            <a:endParaRPr lang="en-DE"/>
          </a:p>
          <a:p>
            <a:r>
              <a:rPr lang="en-US"/>
              <a:t>LED stripes</a:t>
            </a:r>
            <a:endParaRPr lang="en-DE"/>
          </a:p>
          <a:p>
            <a:r>
              <a:rPr lang="en-US"/>
              <a:t>Hand controller:</a:t>
            </a:r>
            <a:endParaRPr lang="en-DE"/>
          </a:p>
          <a:p>
            <a:r>
              <a:rPr lang="en-US"/>
              <a:t>Senses the FNF</a:t>
            </a:r>
            <a:endParaRPr lang="en-DE"/>
          </a:p>
          <a:p>
            <a:r>
              <a:rPr lang="en-US"/>
              <a:t>Sensors</a:t>
            </a:r>
            <a:endParaRPr lang="en-DE"/>
          </a:p>
          <a:p>
            <a:r>
              <a:rPr lang="en-US"/>
              <a:t> </a:t>
            </a:r>
            <a:endParaRPr lang="en-DE"/>
          </a:p>
          <a:p>
            <a:r>
              <a:rPr lang="en-US"/>
              <a:t>ESP 32 MODEL: ??</a:t>
            </a:r>
            <a:endParaRPr lang="en-DE"/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47553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675</Words>
  <Application>Microsoft Office PowerPoint</Application>
  <PresentationFormat>A3-Papier (297 x 420 mm)</PresentationFormat>
  <Paragraphs>104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RHYTHMGAME</vt:lpstr>
      <vt:lpstr>APPROACH</vt:lpstr>
      <vt:lpstr>COMPONENTS OF A RHYTHM GAME Software-ddd</vt:lpstr>
      <vt:lpstr>COMPONENTS OF A RHYTHM GAME Software-ddd 2</vt:lpstr>
      <vt:lpstr>DISPLAY HW</vt:lpstr>
      <vt:lpstr>PROCESSOR HW</vt:lpstr>
      <vt:lpstr>Raspberry Pi</vt:lpstr>
      <vt:lpstr>Error margin</vt:lpstr>
      <vt:lpstr>PowerPoint-Präsentation</vt:lpstr>
      <vt:lpstr>First ideas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Elaine Wu</dc:creator>
  <cp:lastModifiedBy>Elaine Wu</cp:lastModifiedBy>
  <cp:revision>2</cp:revision>
  <dcterms:created xsi:type="dcterms:W3CDTF">2026-05-27T14:48:18Z</dcterms:created>
  <dcterms:modified xsi:type="dcterms:W3CDTF">2026-06-20T23:45:08Z</dcterms:modified>
</cp:coreProperties>
</file>